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2"/>
  </p:notesMasterIdLst>
  <p:sldIdLst>
    <p:sldId id="256" r:id="rId2"/>
    <p:sldId id="267" r:id="rId3"/>
    <p:sldId id="257" r:id="rId4"/>
    <p:sldId id="259" r:id="rId5"/>
    <p:sldId id="272" r:id="rId6"/>
    <p:sldId id="273" r:id="rId7"/>
    <p:sldId id="274" r:id="rId8"/>
    <p:sldId id="261" r:id="rId9"/>
    <p:sldId id="266" r:id="rId10"/>
    <p:sldId id="276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07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24AA8-F311-4ABC-8748-4A852C5A6ECD}" type="datetimeFigureOut">
              <a:rPr lang="es-419" smtClean="0"/>
              <a:t>26/10/2025</a:t>
            </a:fld>
            <a:endParaRPr lang="es-419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419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972E5D-85DF-4E89-91D5-2C34C2EE1B60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2529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72E5D-85DF-4E89-91D5-2C34C2EE1B60}" type="slidenum">
              <a:rPr lang="es-419" smtClean="0"/>
              <a:t>1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99608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33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014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42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17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8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49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720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655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01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94506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719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9521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46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2274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3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308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s-CL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PROYECTO INGENIERÍA DE SOFTWARE TERCER INCREMENTO PARA EL SISTEMA BIOMÉTRICO WEB EUGCOM</a:t>
            </a:r>
            <a:endParaRPr lang="es-C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32" y="2905271"/>
            <a:ext cx="6347714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Integrantes: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Addan Ignacio Sáez Rodríguez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Diego Yves Amaro Veliz Riquelme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Vicente Ignacio Henríquez Cortes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Felipe Andrés Uribe del pino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Catalina Vidal Gallarda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Benjamin Alberto Franco Silva</a:t>
            </a:r>
          </a:p>
          <a:p>
            <a:pPr marL="0" indent="0">
              <a:buNone/>
            </a:pPr>
            <a:endParaRPr lang="es-CL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Profesor</a:t>
            </a:r>
            <a:r>
              <a:rPr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Paulo Luis Francisco </a:t>
            </a:r>
            <a:r>
              <a:rPr lang="es-CL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Quinsacara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Jofré</a:t>
            </a:r>
          </a:p>
          <a:p>
            <a:pPr marL="0" indent="0">
              <a:buNone/>
            </a:pP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Fecha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22 de octubre 2025, Santiago, Chile</a:t>
            </a:r>
          </a:p>
        </p:txBody>
      </p:sp>
      <p:pic>
        <p:nvPicPr>
          <p:cNvPr id="1026" name="Picture 2" descr="Eugcom.cl">
            <a:extLst>
              <a:ext uri="{FF2B5EF4-FFF2-40B4-BE49-F238E27FC236}">
                <a16:creationId xmlns:a16="http://schemas.microsoft.com/office/drawing/2014/main" id="{1A5134F6-63AD-D538-123F-83B414CEE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3912" y="2109289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302B8B71-12EA-7A2F-E011-455093C59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048AF5F-2FDD-CFBB-9B69-DED9752B16E7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01049-525A-EFBE-17E9-98FA96CEA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CL" dirty="0"/>
              <a:t>Contenido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43AB59-720C-9027-2EFF-B0DA0041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Incremento 3 </a:t>
            </a:r>
          </a:p>
          <a:p>
            <a:r>
              <a:rPr lang="es-CL" dirty="0"/>
              <a:t>Casos de uso </a:t>
            </a:r>
          </a:p>
          <a:p>
            <a:r>
              <a:rPr lang="es-CL" dirty="0"/>
              <a:t>Diagramas Secuencia</a:t>
            </a:r>
          </a:p>
          <a:p>
            <a:r>
              <a:rPr lang="es-CL" dirty="0"/>
              <a:t>Sprint backlog y casos de uso </a:t>
            </a:r>
            <a:r>
              <a:rPr lang="es-CL" dirty="0" err="1"/>
              <a:t>cap</a:t>
            </a:r>
            <a:r>
              <a:rPr lang="es-CL" dirty="0"/>
              <a:t> 3</a:t>
            </a:r>
          </a:p>
          <a:p>
            <a:r>
              <a:rPr lang="es-CL" dirty="0"/>
              <a:t>Tabla de esfuerzo </a:t>
            </a:r>
            <a:r>
              <a:rPr lang="es-CL" dirty="0" err="1"/>
              <a:t>cap</a:t>
            </a:r>
            <a:r>
              <a:rPr lang="es-CL" dirty="0"/>
              <a:t> 4</a:t>
            </a:r>
          </a:p>
          <a:p>
            <a:r>
              <a:rPr lang="es-CL" dirty="0"/>
              <a:t>Pruebas Unitarias cap5</a:t>
            </a:r>
          </a:p>
          <a:p>
            <a:r>
              <a:rPr lang="es-CL" dirty="0"/>
              <a:t>Pruebas de sistema </a:t>
            </a:r>
            <a:r>
              <a:rPr lang="es-CL" dirty="0" err="1"/>
              <a:t>cap</a:t>
            </a:r>
            <a:r>
              <a:rPr lang="es-CL" dirty="0"/>
              <a:t> 8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5D6F4134-7607-6C7D-2222-FB92B241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F6507B64-5A81-FB6C-8D05-A99B6B04C708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26629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81353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816638"/>
            <a:ext cx="2525519" cy="5224724"/>
          </a:xfrm>
        </p:spPr>
        <p:txBody>
          <a:bodyPr anchor="ctr">
            <a:normAutofit/>
          </a:bodyPr>
          <a:lstStyle/>
          <a:p>
            <a:r>
              <a:rPr lang="es-419" sz="3100"/>
              <a:t>Introducción</a:t>
            </a:r>
          </a:p>
        </p:txBody>
      </p:sp>
      <p:pic>
        <p:nvPicPr>
          <p:cNvPr id="2050" name="Picture 2" descr="Eugcom.cl">
            <a:extLst>
              <a:ext uri="{FF2B5EF4-FFF2-40B4-BE49-F238E27FC236}">
                <a16:creationId xmlns:a16="http://schemas.microsoft.com/office/drawing/2014/main" id="{C0266102-3B0E-0219-8D0E-8DE157345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248" y="1793621"/>
            <a:ext cx="3558159" cy="3558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C70E0802-FC6F-03A3-0433-5D562B5C5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4073D3EE-FB46-7743-A009-8609A8BF3875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Incremento</a:t>
            </a:r>
            <a:r>
              <a:rPr dirty="0"/>
              <a:t> </a:t>
            </a:r>
            <a:r>
              <a:rPr lang="es-CL" dirty="0"/>
              <a:t>3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4</a:t>
            </a:r>
            <a:r>
              <a:rPr dirty="0"/>
              <a:t> Casos de us</a:t>
            </a:r>
            <a:r>
              <a:rPr lang="es-CL" dirty="0"/>
              <a:t>o</a:t>
            </a:r>
            <a:r>
              <a:rPr dirty="0"/>
              <a:t> implement</a:t>
            </a:r>
            <a:r>
              <a:rPr lang="es-CL" dirty="0"/>
              <a:t>ados</a:t>
            </a:r>
            <a:endParaRPr dirty="0"/>
          </a:p>
          <a:p>
            <a:r>
              <a:rPr dirty="0"/>
              <a:t>Co</a:t>
            </a:r>
            <a:r>
              <a:rPr lang="es-CL" dirty="0"/>
              <a:t>b</a:t>
            </a:r>
            <a:r>
              <a:rPr dirty="0" err="1"/>
              <a:t>ertur</a:t>
            </a:r>
            <a:r>
              <a:rPr lang="es-CL" dirty="0"/>
              <a:t>a</a:t>
            </a:r>
            <a:r>
              <a:rPr dirty="0"/>
              <a:t>: </a:t>
            </a:r>
            <a:r>
              <a:rPr lang="es-CL" dirty="0"/>
              <a:t>97</a:t>
            </a:r>
            <a:r>
              <a:rPr dirty="0"/>
              <a:t>% del total</a:t>
            </a:r>
          </a:p>
        </p:txBody>
      </p:sp>
      <p:pic>
        <p:nvPicPr>
          <p:cNvPr id="5122" name="Picture 2" descr="Eugcom.cl">
            <a:extLst>
              <a:ext uri="{FF2B5EF4-FFF2-40B4-BE49-F238E27FC236}">
                <a16:creationId xmlns:a16="http://schemas.microsoft.com/office/drawing/2014/main" id="{A885034D-6C2B-A637-D369-702DE63D6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6737" y="2000250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8BD77CFB-3993-6C0B-FA07-AB7C7EB4C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61DE81A-45F7-200E-7D4C-526F894A047A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pic>
        <p:nvPicPr>
          <p:cNvPr id="6" name="Imagen 5" descr="Gráfico, Gráfico de barras, Histograma&#10;&#10;El contenido generado por IA puede ser incorrecto.">
            <a:extLst>
              <a:ext uri="{FF2B5EF4-FFF2-40B4-BE49-F238E27FC236}">
                <a16:creationId xmlns:a16="http://schemas.microsoft.com/office/drawing/2014/main" id="{1B20F5EC-E599-5EDB-2EB2-6E17C05E07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" y="3611593"/>
            <a:ext cx="3191871" cy="282266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Imagen 6" descr="Gráfico, Gráfico circular&#10;&#10;El contenido generado por IA puede ser incorrecto.">
            <a:extLst>
              <a:ext uri="{FF2B5EF4-FFF2-40B4-BE49-F238E27FC236}">
                <a16:creationId xmlns:a16="http://schemas.microsoft.com/office/drawing/2014/main" id="{66652064-34CB-6169-3E2B-0308C5E5C8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9350" y="3659190"/>
            <a:ext cx="2616456" cy="280254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6B30E-CF24-4AD5-8A2B-CF35257C3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Casos de uso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353D29-2164-4C2E-8D11-CEFDA18E0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541"/>
            <a:ext cx="5878968" cy="453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595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45BA60-3D89-444B-B3F1-D90FC5798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Casos de uso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FDFFE1A-81BE-44AE-80AB-FB3A25D90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45457"/>
            <a:ext cx="6015319" cy="452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052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866796-51B0-45E3-AD8F-D35E7FAC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Diagramas de secuencia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2CCDF87-E8D3-46FA-BE31-9BAA591DE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53" y="1443100"/>
            <a:ext cx="7449671" cy="41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276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75" name="Group 7174">
            <a:extLst>
              <a:ext uri="{FF2B5EF4-FFF2-40B4-BE49-F238E27FC236}">
                <a16:creationId xmlns:a16="http://schemas.microsoft.com/office/drawing/2014/main" id="{B4DE830A-B531-4A3B-96F6-0ECE88B08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7176" name="Straight Connector 7175">
              <a:extLst>
                <a:ext uri="{FF2B5EF4-FFF2-40B4-BE49-F238E27FC236}">
                  <a16:creationId xmlns:a16="http://schemas.microsoft.com/office/drawing/2014/main" id="{2813DF2C-461A-4A8F-9679-A172790D1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77" name="Straight Connector 7176">
              <a:extLst>
                <a:ext uri="{FF2B5EF4-FFF2-40B4-BE49-F238E27FC236}">
                  <a16:creationId xmlns:a16="http://schemas.microsoft.com/office/drawing/2014/main" id="{54CD3A85-C039-4249-86E4-1EB9318B5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78" name="Rectangle 23">
              <a:extLst>
                <a:ext uri="{FF2B5EF4-FFF2-40B4-BE49-F238E27FC236}">
                  <a16:creationId xmlns:a16="http://schemas.microsoft.com/office/drawing/2014/main" id="{887EA6D2-2883-42C2-993D-094CA6D65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79" name="Rectangle 25">
              <a:extLst>
                <a:ext uri="{FF2B5EF4-FFF2-40B4-BE49-F238E27FC236}">
                  <a16:creationId xmlns:a16="http://schemas.microsoft.com/office/drawing/2014/main" id="{3B895046-636F-4D1B-ACA4-29AA0CB33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0" name="Isosceles Triangle 7179">
              <a:extLst>
                <a:ext uri="{FF2B5EF4-FFF2-40B4-BE49-F238E27FC236}">
                  <a16:creationId xmlns:a16="http://schemas.microsoft.com/office/drawing/2014/main" id="{C6B0CDE3-E054-4EDD-A43B-F96843D8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1" name="Rectangle 27">
              <a:extLst>
                <a:ext uri="{FF2B5EF4-FFF2-40B4-BE49-F238E27FC236}">
                  <a16:creationId xmlns:a16="http://schemas.microsoft.com/office/drawing/2014/main" id="{3B66B1A2-F145-4C9B-85CC-4BF30D58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2" name="Rectangle 28">
              <a:extLst>
                <a:ext uri="{FF2B5EF4-FFF2-40B4-BE49-F238E27FC236}">
                  <a16:creationId xmlns:a16="http://schemas.microsoft.com/office/drawing/2014/main" id="{5D4FC972-94B3-4035-8D31-E668C132B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3" name="Rectangle 29">
              <a:extLst>
                <a:ext uri="{FF2B5EF4-FFF2-40B4-BE49-F238E27FC236}">
                  <a16:creationId xmlns:a16="http://schemas.microsoft.com/office/drawing/2014/main" id="{374B9941-AFBE-4A77-A50E-B6EA04A74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4" name="Isosceles Triangle 7183">
              <a:extLst>
                <a:ext uri="{FF2B5EF4-FFF2-40B4-BE49-F238E27FC236}">
                  <a16:creationId xmlns:a16="http://schemas.microsoft.com/office/drawing/2014/main" id="{27A982C5-2C38-4CE9-BC18-94697AD65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5" name="Isosceles Triangle 7184">
              <a:extLst>
                <a:ext uri="{FF2B5EF4-FFF2-40B4-BE49-F238E27FC236}">
                  <a16:creationId xmlns:a16="http://schemas.microsoft.com/office/drawing/2014/main" id="{0060D8D1-7BB1-498F-AFBB-ADAC130A9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5571" y="-23097"/>
            <a:ext cx="5755351" cy="1087656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Sprint Backlog y Casos de Uso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7E82DFEA-5661-2971-A2D6-ADD2080ED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34D1221-90B6-ECD5-D382-44BD2760117E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DEF45D2-F0CB-434B-AD77-CFD950FF1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53" y="1963860"/>
            <a:ext cx="8206631" cy="26350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Eugcom.cl">
            <a:extLst>
              <a:ext uri="{FF2B5EF4-FFF2-40B4-BE49-F238E27FC236}">
                <a16:creationId xmlns:a16="http://schemas.microsoft.com/office/drawing/2014/main" id="{0EBB4875-EECF-EB50-E9E8-417DAAA6C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496025"/>
            <a:ext cx="1137067" cy="1137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n 1" descr="Icono&#10;&#10;El contenido generado por IA puede ser incorrecto.">
            <a:extLst>
              <a:ext uri="{FF2B5EF4-FFF2-40B4-BE49-F238E27FC236}">
                <a16:creationId xmlns:a16="http://schemas.microsoft.com/office/drawing/2014/main" id="{13A16D1E-B79C-59E6-3509-36C1EF773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9E2A5CF1-1DFC-01EA-A935-69784121A3B6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9B1E5721-C00A-0D24-A767-89FFED888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3297936"/>
            <a:ext cx="6347714" cy="1320800"/>
          </a:xfrm>
        </p:spPr>
        <p:txBody>
          <a:bodyPr/>
          <a:lstStyle/>
          <a:p>
            <a:r>
              <a:rPr lang="en-US" dirty="0"/>
              <a:t>A Continuaci</a:t>
            </a:r>
            <a:r>
              <a:rPr lang="es-CL" dirty="0"/>
              <a:t>ó</a:t>
            </a:r>
            <a:r>
              <a:rPr lang="en-US" dirty="0"/>
              <a:t>n una Demo…</a:t>
            </a:r>
            <a:endParaRPr lang="es-419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F630E-C5C4-4B7D-BD94-93DEC0563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2768600"/>
            <a:ext cx="7010402" cy="1320800"/>
          </a:xfrm>
        </p:spPr>
        <p:txBody>
          <a:bodyPr/>
          <a:lstStyle/>
          <a:p>
            <a:r>
              <a:rPr lang="es-CL" dirty="0"/>
              <a:t>Muchas gracias por su atención</a:t>
            </a:r>
          </a:p>
        </p:txBody>
      </p:sp>
      <p:pic>
        <p:nvPicPr>
          <p:cNvPr id="3" name="Picture 2" descr="Eugcom.cl">
            <a:extLst>
              <a:ext uri="{FF2B5EF4-FFF2-40B4-BE49-F238E27FC236}">
                <a16:creationId xmlns:a16="http://schemas.microsoft.com/office/drawing/2014/main" id="{CE361E6D-63F2-415F-99E0-E542F0C8B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496025"/>
            <a:ext cx="1137067" cy="1137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90830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673</TotalTime>
  <Words>174</Words>
  <Application>Microsoft Office PowerPoint</Application>
  <PresentationFormat>Presentación en pantalla (4:3)</PresentationFormat>
  <Paragraphs>45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Arial</vt:lpstr>
      <vt:lpstr>Times New Roman</vt:lpstr>
      <vt:lpstr>Trebuchet MS</vt:lpstr>
      <vt:lpstr>Wingdings 3</vt:lpstr>
      <vt:lpstr>Faceta</vt:lpstr>
      <vt:lpstr>PROYECTO INGENIERÍA DE SOFTWARE TERCER INCREMENTO PARA EL SISTEMA BIOMÉTRICO WEB EUGCOM</vt:lpstr>
      <vt:lpstr>Contenido</vt:lpstr>
      <vt:lpstr>Introducción</vt:lpstr>
      <vt:lpstr>Incremento 3</vt:lpstr>
      <vt:lpstr>Casos de uso </vt:lpstr>
      <vt:lpstr>Casos de uso</vt:lpstr>
      <vt:lpstr>Diagramas de secuencia</vt:lpstr>
      <vt:lpstr>Sprint Backlog y Casos de Uso</vt:lpstr>
      <vt:lpstr>A Continuación una Demo…</vt:lpstr>
      <vt:lpstr>Muchas gracias por su atención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INGENIERÍA DE SOFTWARE PRIMER INCREMENTO PARA EL SISTEMA BIOMÉTRICO WEB EUGCOM</dc:title>
  <dc:subject/>
  <dc:creator>Benja</dc:creator>
  <cp:keywords/>
  <dc:description>generated using python-pptx</dc:description>
  <cp:lastModifiedBy>Addan saez</cp:lastModifiedBy>
  <cp:revision>29</cp:revision>
  <dcterms:created xsi:type="dcterms:W3CDTF">2013-01-27T09:14:16Z</dcterms:created>
  <dcterms:modified xsi:type="dcterms:W3CDTF">2025-10-26T22:26:21Z</dcterms:modified>
  <cp:category/>
</cp:coreProperties>
</file>