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56" r:id="rId2"/>
    <p:sldId id="267" r:id="rId3"/>
    <p:sldId id="257" r:id="rId4"/>
    <p:sldId id="259" r:id="rId5"/>
    <p:sldId id="273" r:id="rId6"/>
    <p:sldId id="274" r:id="rId7"/>
    <p:sldId id="278" r:id="rId8"/>
    <p:sldId id="277" r:id="rId9"/>
    <p:sldId id="266" r:id="rId10"/>
    <p:sldId id="27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17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24AA8-F311-4ABC-8748-4A852C5A6ECD}" type="datetimeFigureOut">
              <a:rPr lang="es-419" smtClean="0"/>
              <a:t>26/10/2025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2E5D-85DF-4E89-91D5-2C34C2EE1B6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529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72E5D-85DF-4E89-91D5-2C34C2EE1B60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960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2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50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52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2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16" y="1833952"/>
            <a:ext cx="6347713" cy="1320800"/>
          </a:xfrm>
        </p:spPr>
        <p:txBody>
          <a:bodyPr>
            <a:noAutofit/>
          </a:bodyPr>
          <a:lstStyle/>
          <a:p>
            <a:pPr algn="ctr"/>
            <a:r>
              <a:rPr lang="es-CL" sz="2400" b="1" dirty="0">
                <a:latin typeface="Trebuchet MS (Títulos)"/>
                <a:cs typeface="Times New Roman" panose="02020603050405020304" pitchFamily="18" charset="0"/>
              </a:rPr>
              <a:t>PROYECTO INGENIERÍA DE SOFTWARE TERCER INCREMENTO PARA EL SISTEMA BIOMÉTRICO WEB EUGCOM</a:t>
            </a:r>
            <a:endParaRPr lang="es-CL" sz="2400" dirty="0">
              <a:latin typeface="Trebuchet MS (Títulos)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33" y="3225120"/>
            <a:ext cx="6347714" cy="344848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Addan Ignacio Sáez Rodríguez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Veliz Riquelme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Cortes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Andrés Uribe del pino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Gallarda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Alberto Franco Silva</a:t>
            </a:r>
          </a:p>
          <a:p>
            <a:pPr marL="0" indent="0" algn="ctr">
              <a:buNone/>
            </a:pPr>
            <a:endParaRPr lang="es-C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</a:p>
          <a:p>
            <a:pPr marL="0" indent="0" algn="ctr">
              <a:buNone/>
            </a:pP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de Septiembre 2025, Santiago, Chile</a:t>
            </a:r>
          </a:p>
        </p:txBody>
      </p:sp>
      <p:pic>
        <p:nvPicPr>
          <p:cNvPr id="1026" name="Picture 2" descr="Eugcom.cl">
            <a:extLst>
              <a:ext uri="{FF2B5EF4-FFF2-40B4-BE49-F238E27FC236}">
                <a16:creationId xmlns:a16="http://schemas.microsoft.com/office/drawing/2014/main" id="{1A5134F6-63AD-D538-123F-83B414C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740" y="2731548"/>
            <a:ext cx="398008" cy="39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02B8B71-12EA-7A2F-E011-455093C5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338" y="394431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48AF5F-2FDD-CFBB-9B69-DED9752B16E7}"/>
              </a:ext>
            </a:extLst>
          </p:cNvPr>
          <p:cNvSpPr txBox="1"/>
          <p:nvPr/>
        </p:nvSpPr>
        <p:spPr>
          <a:xfrm>
            <a:off x="3446848" y="1465853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01049-525A-EFBE-17E9-98FA96CE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b="1" dirty="0"/>
              <a:t>Contenido</a:t>
            </a:r>
            <a:endParaRPr lang="es-419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3AB59-720C-9027-2EFF-B0DA0041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Incremento 3 </a:t>
            </a:r>
            <a:r>
              <a:rPr lang="es-CL" dirty="0" err="1"/>
              <a:t>cap</a:t>
            </a:r>
            <a:r>
              <a:rPr lang="es-CL" dirty="0"/>
              <a:t> 2</a:t>
            </a:r>
          </a:p>
          <a:p>
            <a:pPr algn="just"/>
            <a:r>
              <a:rPr lang="es-CL" dirty="0"/>
              <a:t>Casos de uso </a:t>
            </a:r>
          </a:p>
          <a:p>
            <a:pPr algn="just"/>
            <a:r>
              <a:rPr lang="es-CL" dirty="0"/>
              <a:t>Diagramas Secuencia</a:t>
            </a:r>
          </a:p>
          <a:p>
            <a:pPr algn="just"/>
            <a:r>
              <a:rPr lang="es-CL" dirty="0"/>
              <a:t>Sprint backlog y casos de uso </a:t>
            </a:r>
            <a:r>
              <a:rPr lang="es-CL" dirty="0" err="1"/>
              <a:t>cap</a:t>
            </a:r>
            <a:r>
              <a:rPr lang="es-CL" dirty="0"/>
              <a:t> 3</a:t>
            </a:r>
          </a:p>
          <a:p>
            <a:pPr algn="just"/>
            <a:r>
              <a:rPr lang="es-CL" dirty="0"/>
              <a:t>Tabla de esfuerzo </a:t>
            </a:r>
            <a:r>
              <a:rPr lang="es-CL" dirty="0" err="1"/>
              <a:t>cap</a:t>
            </a:r>
            <a:r>
              <a:rPr lang="es-CL" dirty="0"/>
              <a:t> 4</a:t>
            </a:r>
          </a:p>
          <a:p>
            <a:pPr algn="just"/>
            <a:r>
              <a:rPr lang="es-CL" dirty="0"/>
              <a:t>Pruebas Unitarias </a:t>
            </a:r>
            <a:r>
              <a:rPr lang="es-CL" dirty="0" err="1"/>
              <a:t>cap</a:t>
            </a:r>
            <a:r>
              <a:rPr lang="es-CL" dirty="0"/>
              <a:t> 5</a:t>
            </a:r>
          </a:p>
          <a:p>
            <a:pPr algn="just"/>
            <a:r>
              <a:rPr lang="es-CL" dirty="0"/>
              <a:t>Pruebas de sistema </a:t>
            </a:r>
            <a:r>
              <a:rPr lang="es-CL" dirty="0" err="1"/>
              <a:t>cap</a:t>
            </a:r>
            <a:r>
              <a:rPr lang="es-CL" dirty="0"/>
              <a:t> 8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D6F4134-7607-6C7D-2222-FB92B24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507B64-5A81-FB6C-8D05-A99B6B04C708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662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419" sz="3100" b="1" dirty="0"/>
              <a:t>Introducción</a:t>
            </a:r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C0266102-3B0E-0219-8D0E-8DE15734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8" y="1793621"/>
            <a:ext cx="3558159" cy="35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70E0802-FC6F-03A3-0433-5D562B5C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73D3EE-FB46-7743-A009-8609A8BF3875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9DE2593D-C8E3-D325-8501-95C378098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403" y="448893"/>
            <a:ext cx="3441193" cy="807720"/>
          </a:xfrm>
        </p:spPr>
        <p:txBody>
          <a:bodyPr/>
          <a:lstStyle/>
          <a:p>
            <a:r>
              <a:rPr b="1" dirty="0" err="1"/>
              <a:t>Incremento</a:t>
            </a:r>
            <a:r>
              <a:rPr b="1" dirty="0"/>
              <a:t> </a:t>
            </a:r>
            <a:r>
              <a:rPr lang="es-CL" b="1" dirty="0"/>
              <a:t>3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4</a:t>
            </a:r>
            <a:r>
              <a:rPr dirty="0"/>
              <a:t> Casos de us</a:t>
            </a:r>
            <a:r>
              <a:rPr lang="es-CL" dirty="0"/>
              <a:t>o</a:t>
            </a:r>
            <a:r>
              <a:rPr dirty="0"/>
              <a:t> implement</a:t>
            </a:r>
            <a:r>
              <a:rPr lang="es-CL" dirty="0"/>
              <a:t>ados</a:t>
            </a:r>
            <a:endParaRPr dirty="0"/>
          </a:p>
          <a:p>
            <a:r>
              <a:rPr dirty="0"/>
              <a:t>Co</a:t>
            </a:r>
            <a:r>
              <a:rPr lang="es-CL" dirty="0"/>
              <a:t>b</a:t>
            </a:r>
            <a:r>
              <a:rPr dirty="0" err="1"/>
              <a:t>ertur</a:t>
            </a:r>
            <a:r>
              <a:rPr lang="es-CL" dirty="0"/>
              <a:t>a</a:t>
            </a:r>
            <a:r>
              <a:rPr dirty="0"/>
              <a:t>: </a:t>
            </a:r>
            <a:r>
              <a:rPr lang="es-CL" dirty="0"/>
              <a:t>97</a:t>
            </a:r>
            <a:r>
              <a:rPr dirty="0"/>
              <a:t>% del total</a:t>
            </a:r>
          </a:p>
        </p:txBody>
      </p:sp>
      <p:pic>
        <p:nvPicPr>
          <p:cNvPr id="5122" name="Picture 2" descr="Eugcom.cl">
            <a:extLst>
              <a:ext uri="{FF2B5EF4-FFF2-40B4-BE49-F238E27FC236}">
                <a16:creationId xmlns:a16="http://schemas.microsoft.com/office/drawing/2014/main" id="{A885034D-6C2B-A637-D369-702DE63D6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BD77CFB-3993-6C0B-FA07-AB7C7EB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1DE81A-45F7-200E-7D4C-526F894A047A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pic>
        <p:nvPicPr>
          <p:cNvPr id="6" name="Imagen 5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1A250E69-2420-A118-6C38-59F8EC6B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0" y="3654900"/>
            <a:ext cx="3217417" cy="28452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Imagen 6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79BE7D5A-2AB0-69F1-0152-E687AB796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933" y="3654901"/>
            <a:ext cx="2656329" cy="28452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5BA60-3D89-444B-B3F1-D90FC579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325" y="336087"/>
            <a:ext cx="2810257" cy="771144"/>
          </a:xfrm>
        </p:spPr>
        <p:txBody>
          <a:bodyPr/>
          <a:lstStyle/>
          <a:p>
            <a:r>
              <a:rPr lang="es-CL" b="1" dirty="0"/>
              <a:t>Caso de uso</a:t>
            </a: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A0DDD05E-97D6-B8E4-F170-B3372DA0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3375520D-3975-2513-BC47-AF83AB4BA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D1EA93-72AC-9B22-DEE2-2DFAACBEA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71" y="1541989"/>
            <a:ext cx="5878968" cy="45301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505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66796-51B0-45E3-AD8F-D35E7FACE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464" y="226359"/>
            <a:ext cx="5421323" cy="844296"/>
          </a:xfrm>
        </p:spPr>
        <p:txBody>
          <a:bodyPr>
            <a:noAutofit/>
          </a:bodyPr>
          <a:lstStyle/>
          <a:p>
            <a:r>
              <a:rPr lang="es-CL" b="1" dirty="0"/>
              <a:t>Diagramas de secuencia</a:t>
            </a: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8E875FD-C279-295C-FA69-BCCC21A2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25E4DD3E-7B80-340E-04C8-89F9A65C0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362A7A94-A324-1244-3DE0-BAC5474FB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34" y="1782743"/>
            <a:ext cx="8168781" cy="3768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2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E52159D6-2DB0-BC35-4AD3-0B890765C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72" y="2334708"/>
            <a:ext cx="7253655" cy="18392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F3B5B07-8CB4-7CB6-9454-7A795E12DD2D}"/>
              </a:ext>
            </a:extLst>
          </p:cNvPr>
          <p:cNvSpPr txBox="1">
            <a:spLocks/>
          </p:cNvSpPr>
          <p:nvPr/>
        </p:nvSpPr>
        <p:spPr>
          <a:xfrm>
            <a:off x="1452458" y="402636"/>
            <a:ext cx="5314101" cy="7587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Sprint Backlog y Casos de Uso</a:t>
            </a:r>
            <a:r>
              <a:rPr lang="es-CL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928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A4D2D-A1BC-861C-7886-0067FFF2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341" y="305817"/>
            <a:ext cx="3962401" cy="758742"/>
          </a:xfrm>
        </p:spPr>
        <p:txBody>
          <a:bodyPr/>
          <a:lstStyle/>
          <a:p>
            <a:r>
              <a:rPr lang="es-CL" b="1" dirty="0"/>
              <a:t>Tabla de esfuerzo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0229C12C-E696-0EC6-D066-1A7E8B70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8" name="Picture 2" descr="Eugcom.cl">
            <a:extLst>
              <a:ext uri="{FF2B5EF4-FFF2-40B4-BE49-F238E27FC236}">
                <a16:creationId xmlns:a16="http://schemas.microsoft.com/office/drawing/2014/main" id="{78B1BC20-FDE9-0730-F35E-6528A34C3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Aplicación&#10;&#10;El contenido generado por IA puede ser incorrecto.">
            <a:extLst>
              <a:ext uri="{FF2B5EF4-FFF2-40B4-BE49-F238E27FC236}">
                <a16:creationId xmlns:a16="http://schemas.microsoft.com/office/drawing/2014/main" id="{3BCE9E6C-580D-1CD6-49A1-E30CA3A18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37" y="2356285"/>
            <a:ext cx="7950407" cy="1850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360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ugcom.cl">
            <a:extLst>
              <a:ext uri="{FF2B5EF4-FFF2-40B4-BE49-F238E27FC236}">
                <a16:creationId xmlns:a16="http://schemas.microsoft.com/office/drawing/2014/main" id="{0EBB4875-EECF-EB50-E9E8-417DAAA6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3A16D1E-B79C-59E6-3509-36C1EF77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A5CF1-1DFC-01EA-A935-69784121A3B6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1E5721-C00A-0D24-A767-89FFED88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143" y="2904744"/>
            <a:ext cx="6347714" cy="1320800"/>
          </a:xfrm>
        </p:spPr>
        <p:txBody>
          <a:bodyPr/>
          <a:lstStyle/>
          <a:p>
            <a:r>
              <a:rPr lang="en-US" b="1" dirty="0"/>
              <a:t>A Continuaci</a:t>
            </a:r>
            <a:r>
              <a:rPr lang="es-CL" b="1" dirty="0"/>
              <a:t>ó</a:t>
            </a:r>
            <a:r>
              <a:rPr lang="en-US" b="1" dirty="0"/>
              <a:t>n una Demo…</a:t>
            </a:r>
            <a:endParaRPr lang="es-419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F630E-C5C4-4B7D-BD94-93DEC056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2768600"/>
            <a:ext cx="7010402" cy="879856"/>
          </a:xfrm>
        </p:spPr>
        <p:txBody>
          <a:bodyPr/>
          <a:lstStyle/>
          <a:p>
            <a:r>
              <a:rPr lang="es-CL" b="1" dirty="0"/>
              <a:t>Muchas gracias por su atención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C8D6AE83-B76B-8550-E60C-FAFC2196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80" y="1061784"/>
            <a:ext cx="1728691" cy="1453728"/>
          </a:xfrm>
          <a:prstGeom prst="rect">
            <a:avLst/>
          </a:prstGeom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469189A9-1DC7-EAF4-BC2E-7D4B30267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093" y="3648456"/>
            <a:ext cx="1479063" cy="147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083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625</TotalTime>
  <Words>170</Words>
  <Application>Microsoft Office PowerPoint</Application>
  <PresentationFormat>Presentación en pantalla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Arial</vt:lpstr>
      <vt:lpstr>Times New Roman</vt:lpstr>
      <vt:lpstr>Trebuchet MS</vt:lpstr>
      <vt:lpstr>Trebuchet MS (Títulos)</vt:lpstr>
      <vt:lpstr>Wingdings 3</vt:lpstr>
      <vt:lpstr>Faceta</vt:lpstr>
      <vt:lpstr>PROYECTO INGENIERÍA DE SOFTWARE TERCER INCREMENTO PARA EL SISTEMA BIOMÉTRICO WEB EUGCOM</vt:lpstr>
      <vt:lpstr>Contenido</vt:lpstr>
      <vt:lpstr>Introducción</vt:lpstr>
      <vt:lpstr>Incremento 3</vt:lpstr>
      <vt:lpstr>Caso de uso</vt:lpstr>
      <vt:lpstr>Diagramas de secuencia</vt:lpstr>
      <vt:lpstr>Presentación de PowerPoint</vt:lpstr>
      <vt:lpstr>Tabla de esfuerzo</vt:lpstr>
      <vt:lpstr>A Continuación una Demo…</vt:lpstr>
      <vt:lpstr>Muchas 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INGENIERÍA DE SOFTWARE PRIMER INCREMENTO PARA EL SISTEMA BIOMÉTRICO WEB EUGCOM</dc:title>
  <dc:subject/>
  <dc:creator>Benja</dc:creator>
  <cp:keywords/>
  <dc:description>generated using python-pptx</dc:description>
  <cp:lastModifiedBy>Addan saez</cp:lastModifiedBy>
  <cp:revision>26</cp:revision>
  <dcterms:created xsi:type="dcterms:W3CDTF">2013-01-27T09:14:16Z</dcterms:created>
  <dcterms:modified xsi:type="dcterms:W3CDTF">2025-10-26T22:57:05Z</dcterms:modified>
  <cp:category/>
</cp:coreProperties>
</file>