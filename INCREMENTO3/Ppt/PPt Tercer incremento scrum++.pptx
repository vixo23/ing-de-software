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56" r:id="rId2"/>
    <p:sldId id="267" r:id="rId3"/>
    <p:sldId id="257" r:id="rId4"/>
    <p:sldId id="259" r:id="rId5"/>
    <p:sldId id="272" r:id="rId6"/>
    <p:sldId id="273" r:id="rId7"/>
    <p:sldId id="274" r:id="rId8"/>
    <p:sldId id="261" r:id="rId9"/>
    <p:sldId id="266" r:id="rId10"/>
    <p:sldId id="27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24/10/2025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CL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PROYECTO INGENIERÍA DE SOFTWARE SEGUNDO INCREMENTO PARA EL SISTEMA BIOMÉTRICO WEB EUGCOM</a:t>
            </a:r>
            <a:endParaRPr lang="es-C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2" y="2905271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 de octubre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912" y="2109289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Contenido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Incremento 3 </a:t>
            </a:r>
          </a:p>
          <a:p>
            <a:r>
              <a:rPr lang="es-CL" dirty="0"/>
              <a:t>Casos de uso </a:t>
            </a:r>
          </a:p>
          <a:p>
            <a:r>
              <a:rPr lang="es-CL" dirty="0"/>
              <a:t>Diagramas Secuencia</a:t>
            </a:r>
          </a:p>
          <a:p>
            <a:r>
              <a:rPr lang="es-CL" dirty="0"/>
              <a:t>Sprint backlog y casos de uso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r>
              <a:rPr lang="es-CL" dirty="0"/>
              <a:t>Tabla de esfuerzo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r>
              <a:rPr lang="es-CL" dirty="0"/>
              <a:t>Pruebas Unitarias cap5</a:t>
            </a:r>
          </a:p>
          <a:p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Incremento</a:t>
            </a:r>
            <a:r>
              <a:rPr dirty="0"/>
              <a:t> </a:t>
            </a:r>
            <a:r>
              <a:rPr lang="es-CL" dirty="0"/>
              <a:t>3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65</a:t>
            </a:r>
            <a:r>
              <a:rPr dirty="0"/>
              <a:t> Casos de us</a:t>
            </a:r>
            <a:r>
              <a:rPr lang="es-CL" dirty="0"/>
              <a:t>o</a:t>
            </a:r>
            <a:r>
              <a:rPr dirty="0"/>
              <a:t> implement</a:t>
            </a:r>
            <a:r>
              <a:rPr lang="es-CL" dirty="0"/>
              <a:t>ados</a:t>
            </a:r>
            <a:endParaRPr dirty="0"/>
          </a:p>
          <a:p>
            <a:r>
              <a:rPr dirty="0"/>
              <a:t>Co</a:t>
            </a:r>
            <a:r>
              <a:rPr lang="es-CL" dirty="0"/>
              <a:t>b</a:t>
            </a:r>
            <a:r>
              <a:rPr dirty="0" err="1"/>
              <a:t>ertur</a:t>
            </a:r>
            <a:r>
              <a:rPr lang="es-CL" dirty="0"/>
              <a:t>a</a:t>
            </a:r>
            <a:r>
              <a:rPr dirty="0"/>
              <a:t>: </a:t>
            </a:r>
            <a:r>
              <a:rPr lang="es-CL" dirty="0"/>
              <a:t>100</a:t>
            </a:r>
            <a:r>
              <a:rPr dirty="0"/>
              <a:t>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737" y="20002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6B30E-CF24-4AD5-8A2B-CF35257C3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353D29-2164-4C2E-8D11-CEFDA18E0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541"/>
            <a:ext cx="5878968" cy="453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59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45BA60-3D89-444B-B3F1-D90FC579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FDFFE1A-81BE-44AE-80AB-FB3A25D9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45457"/>
            <a:ext cx="6015319" cy="452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52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66796-51B0-45E3-AD8F-D35E7FAC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Diagramas de secuencia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2CCDF87-E8D3-46FA-BE31-9BAA591DE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3" y="1443100"/>
            <a:ext cx="7449671" cy="41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76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5571" y="-23097"/>
            <a:ext cx="575535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EF45D2-F0CB-434B-AD77-CFD950FF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" y="1963860"/>
            <a:ext cx="8206631" cy="26350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297936"/>
            <a:ext cx="6347714" cy="1320800"/>
          </a:xfrm>
        </p:spPr>
        <p:txBody>
          <a:bodyPr/>
          <a:lstStyle/>
          <a:p>
            <a:r>
              <a:rPr lang="en-US" dirty="0"/>
              <a:t>A Continuaci</a:t>
            </a:r>
            <a:r>
              <a:rPr lang="es-CL" dirty="0"/>
              <a:t>ó</a:t>
            </a:r>
            <a:r>
              <a:rPr lang="en-US" dirty="0"/>
              <a:t>n una Demo…</a:t>
            </a:r>
            <a:endParaRPr lang="es-41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F630E-C5C4-4B7D-BD94-93DEC0563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768600"/>
            <a:ext cx="7010402" cy="1320800"/>
          </a:xfrm>
        </p:spPr>
        <p:txBody>
          <a:bodyPr/>
          <a:lstStyle/>
          <a:p>
            <a:r>
              <a:rPr lang="es-CL" dirty="0"/>
              <a:t>Muchas gracias por su atención</a:t>
            </a:r>
          </a:p>
        </p:txBody>
      </p:sp>
      <p:pic>
        <p:nvPicPr>
          <p:cNvPr id="3" name="Picture 2" descr="Eugcom.cl">
            <a:extLst>
              <a:ext uri="{FF2B5EF4-FFF2-40B4-BE49-F238E27FC236}">
                <a16:creationId xmlns:a16="http://schemas.microsoft.com/office/drawing/2014/main" id="{CE361E6D-63F2-415F-99E0-E542F0C8B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0830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671</TotalTime>
  <Words>174</Words>
  <Application>Microsoft Office PowerPoint</Application>
  <PresentationFormat>Presentación en pantalla (4:3)</PresentationFormat>
  <Paragraphs>45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Times New Roman</vt:lpstr>
      <vt:lpstr>Trebuchet MS</vt:lpstr>
      <vt:lpstr>Wingdings 3</vt:lpstr>
      <vt:lpstr>Faceta</vt:lpstr>
      <vt:lpstr>PROYECTO INGENIERÍA DE SOFTWARE SEGUNDO INCREMENTO PARA EL SISTEMA BIOMÉTRICO WEB EUGCOM</vt:lpstr>
      <vt:lpstr>Contenido</vt:lpstr>
      <vt:lpstr>Introducción</vt:lpstr>
      <vt:lpstr>Incremento 3</vt:lpstr>
      <vt:lpstr>Casos de uso </vt:lpstr>
      <vt:lpstr>Casos de uso</vt:lpstr>
      <vt:lpstr>Diagramas de secuencia</vt:lpstr>
      <vt:lpstr>Sprint Backlog y Casos de Uso</vt:lpstr>
      <vt:lpstr>A Continuación una Demo…</vt:lpstr>
      <vt:lpstr>Muchas gracias por su atención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INGENIERÍA DE SOFTWARE PRIMER INCREMENTO PARA EL SISTEMA BIOMÉTRICO WEB EUGCOM</dc:title>
  <dc:subject/>
  <dc:creator>Benja</dc:creator>
  <cp:keywords/>
  <dc:description>generated using python-pptx</dc:description>
  <cp:lastModifiedBy>VÉLIZ RIQUELME DIEGO Y</cp:lastModifiedBy>
  <cp:revision>28</cp:revision>
  <dcterms:created xsi:type="dcterms:W3CDTF">2013-01-27T09:14:16Z</dcterms:created>
  <dcterms:modified xsi:type="dcterms:W3CDTF">2025-10-24T22:11:57Z</dcterms:modified>
  <cp:category/>
</cp:coreProperties>
</file>