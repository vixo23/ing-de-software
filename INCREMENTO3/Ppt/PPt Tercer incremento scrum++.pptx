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3"/>
  </p:notesMasterIdLst>
  <p:sldIdLst>
    <p:sldId id="256" r:id="rId2"/>
    <p:sldId id="267" r:id="rId3"/>
    <p:sldId id="257" r:id="rId4"/>
    <p:sldId id="259" r:id="rId5"/>
    <p:sldId id="273" r:id="rId6"/>
    <p:sldId id="274" r:id="rId7"/>
    <p:sldId id="261" r:id="rId8"/>
    <p:sldId id="275" r:id="rId9"/>
    <p:sldId id="277" r:id="rId10"/>
    <p:sldId id="266" r:id="rId11"/>
    <p:sldId id="27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3/10/2025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3016" y="1833952"/>
            <a:ext cx="6347713" cy="1320800"/>
          </a:xfrm>
        </p:spPr>
        <p:txBody>
          <a:bodyPr>
            <a:noAutofit/>
          </a:bodyPr>
          <a:lstStyle/>
          <a:p>
            <a:pPr algn="ctr"/>
            <a:r>
              <a:rPr lang="es-CL" sz="2400" b="1" dirty="0">
                <a:latin typeface="Trebuchet MS (Títulos)"/>
                <a:cs typeface="Times New Roman" panose="02020603050405020304" pitchFamily="18" charset="0"/>
              </a:rPr>
              <a:t>PROYECTO INGENIERÍA DE SOFTWARE SEGUNDO INCREMENTO PARA EL SISTEMA BIOMÉTRICO WEB EUGCOM</a:t>
            </a:r>
            <a:endParaRPr lang="es-CL" sz="2400" dirty="0">
              <a:latin typeface="Trebuchet MS (Títulos)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3" y="3225120"/>
            <a:ext cx="6347714" cy="3448484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 algn="ctr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 algn="ctr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ctr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 de Septiembre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740" y="2731548"/>
            <a:ext cx="398008" cy="39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8338" y="394431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3446848" y="1465853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b="1" dirty="0"/>
              <a:t>Contenido</a:t>
            </a:r>
            <a:endParaRPr lang="es-419" b="1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CL" dirty="0"/>
              <a:t>Incremento 2 </a:t>
            </a:r>
            <a:r>
              <a:rPr lang="es-CL" dirty="0" err="1"/>
              <a:t>cap</a:t>
            </a:r>
            <a:r>
              <a:rPr lang="es-CL" dirty="0"/>
              <a:t> 2</a:t>
            </a:r>
          </a:p>
          <a:p>
            <a:pPr algn="just"/>
            <a:r>
              <a:rPr lang="es-CL" dirty="0"/>
              <a:t>Casos de uso </a:t>
            </a:r>
          </a:p>
          <a:p>
            <a:pPr algn="just"/>
            <a:r>
              <a:rPr lang="es-CL" dirty="0"/>
              <a:t>Diagramas Secuencia</a:t>
            </a:r>
          </a:p>
          <a:p>
            <a:pPr algn="just"/>
            <a:r>
              <a:rPr lang="es-CL" dirty="0"/>
              <a:t>Sprint backlog y casos de uso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pPr algn="just"/>
            <a:r>
              <a:rPr lang="es-CL" dirty="0"/>
              <a:t>Tabla de esfuerzo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pPr algn="just"/>
            <a:r>
              <a:rPr lang="es-CL" dirty="0"/>
              <a:t>Pruebas Unitarias </a:t>
            </a:r>
            <a:r>
              <a:rPr lang="es-CL" dirty="0" err="1"/>
              <a:t>cap</a:t>
            </a:r>
            <a:r>
              <a:rPr lang="es-CL" dirty="0"/>
              <a:t> 5</a:t>
            </a:r>
          </a:p>
          <a:p>
            <a:pPr algn="just"/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 b="1" dirty="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5" name="Picture 2" descr="Eugcom.cl">
            <a:extLst>
              <a:ext uri="{FF2B5EF4-FFF2-40B4-BE49-F238E27FC236}">
                <a16:creationId xmlns:a16="http://schemas.microsoft.com/office/drawing/2014/main" id="{9DE2593D-C8E3-D325-8501-95C378098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403" y="448893"/>
            <a:ext cx="3441193" cy="807720"/>
          </a:xfrm>
        </p:spPr>
        <p:txBody>
          <a:bodyPr/>
          <a:lstStyle/>
          <a:p>
            <a:r>
              <a:rPr b="1" dirty="0" err="1"/>
              <a:t>Incremento</a:t>
            </a:r>
            <a:r>
              <a:rPr b="1" dirty="0"/>
              <a:t> </a:t>
            </a:r>
            <a:r>
              <a:rPr lang="es-CL" b="1" dirty="0"/>
              <a:t>2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45</a:t>
            </a:r>
            <a:r>
              <a:rPr dirty="0"/>
              <a:t> Casos de us</a:t>
            </a:r>
            <a:r>
              <a:rPr lang="es-CL" dirty="0"/>
              <a:t>o</a:t>
            </a:r>
            <a:r>
              <a:rPr dirty="0"/>
              <a:t> implement</a:t>
            </a:r>
            <a:r>
              <a:rPr lang="es-CL" dirty="0"/>
              <a:t>ados</a:t>
            </a:r>
            <a:endParaRPr dirty="0"/>
          </a:p>
          <a:p>
            <a:r>
              <a:rPr dirty="0"/>
              <a:t>Co</a:t>
            </a:r>
            <a:r>
              <a:rPr lang="es-CL" dirty="0"/>
              <a:t>b</a:t>
            </a:r>
            <a:r>
              <a:rPr dirty="0" err="1"/>
              <a:t>ertur</a:t>
            </a:r>
            <a:r>
              <a:rPr lang="es-CL" dirty="0"/>
              <a:t>a</a:t>
            </a:r>
            <a:r>
              <a:rPr dirty="0"/>
              <a:t>: </a:t>
            </a:r>
            <a:r>
              <a:rPr lang="es-CL" dirty="0"/>
              <a:t>91</a:t>
            </a:r>
            <a:r>
              <a:rPr dirty="0"/>
              <a:t>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6" name="Imagen 5" descr="Gráfico, Gráfico de barras, Histograma&#10;&#10;El contenido generado por IA puede ser incorrecto.">
            <a:extLst>
              <a:ext uri="{FF2B5EF4-FFF2-40B4-BE49-F238E27FC236}">
                <a16:creationId xmlns:a16="http://schemas.microsoft.com/office/drawing/2014/main" id="{1A250E69-2420-A118-6C38-59F8EC6B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50" y="3654900"/>
            <a:ext cx="3217417" cy="28452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7" name="Imagen 6" descr="Gráfico, Gráfico circular&#10;&#10;El contenido generado por IA puede ser incorrecto.">
            <a:extLst>
              <a:ext uri="{FF2B5EF4-FFF2-40B4-BE49-F238E27FC236}">
                <a16:creationId xmlns:a16="http://schemas.microsoft.com/office/drawing/2014/main" id="{79BE7D5A-2AB0-69F1-0152-E687AB796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0933" y="3654901"/>
            <a:ext cx="2656329" cy="28452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45BA60-3D89-444B-B3F1-D90FC579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8325" y="336087"/>
            <a:ext cx="2810257" cy="771144"/>
          </a:xfrm>
        </p:spPr>
        <p:txBody>
          <a:bodyPr/>
          <a:lstStyle/>
          <a:p>
            <a:r>
              <a:rPr lang="es-CL" b="1" dirty="0"/>
              <a:t>Caso de uso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4DA97F9-E0AE-4898-81E6-F3825A142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395" y="1617950"/>
            <a:ext cx="5481209" cy="421596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A0DDD05E-97D6-B8E4-F170-B3372DA00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4" name="Picture 2" descr="Eugcom.cl">
            <a:extLst>
              <a:ext uri="{FF2B5EF4-FFF2-40B4-BE49-F238E27FC236}">
                <a16:creationId xmlns:a16="http://schemas.microsoft.com/office/drawing/2014/main" id="{3375520D-3975-2513-BC47-AF83AB4BA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5052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66796-51B0-45E3-AD8F-D35E7FACE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464" y="226359"/>
            <a:ext cx="5421323" cy="844296"/>
          </a:xfrm>
        </p:spPr>
        <p:txBody>
          <a:bodyPr>
            <a:noAutofit/>
          </a:bodyPr>
          <a:lstStyle/>
          <a:p>
            <a:r>
              <a:rPr lang="es-CL" b="1" dirty="0"/>
              <a:t>Diagramas de secuencia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B9821BF-C17E-4414-AE0B-F95BB061E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97" y="1627531"/>
            <a:ext cx="6768702" cy="44894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8E875FD-C279-295C-FA69-BCCC21A2B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4" name="Picture 2" descr="Eugcom.cl">
            <a:extLst>
              <a:ext uri="{FF2B5EF4-FFF2-40B4-BE49-F238E27FC236}">
                <a16:creationId xmlns:a16="http://schemas.microsoft.com/office/drawing/2014/main" id="{25E4DD3E-7B80-340E-04C8-89F9A65C0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527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6484" y="263050"/>
            <a:ext cx="6612075" cy="733570"/>
          </a:xfr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b="1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39E09C0E-AFB6-49B0-8F26-D56D1CA0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40" y="1409178"/>
            <a:ext cx="7332093" cy="179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F79A4E4-3370-47ED-AD18-237AB4E57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39" y="3205531"/>
            <a:ext cx="7332093" cy="31293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 descr="Eugcom.cl">
            <a:extLst>
              <a:ext uri="{FF2B5EF4-FFF2-40B4-BE49-F238E27FC236}">
                <a16:creationId xmlns:a16="http://schemas.microsoft.com/office/drawing/2014/main" id="{0D42CBF2-3925-4B85-D564-4F24C29F3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08331-17C3-4D0E-A3B7-4B0FCF8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638" y="284924"/>
            <a:ext cx="6687313" cy="826008"/>
          </a:xfrm>
        </p:spPr>
        <p:txBody>
          <a:bodyPr/>
          <a:lstStyle/>
          <a:p>
            <a:r>
              <a:rPr lang="es-CL" b="1" dirty="0"/>
              <a:t>Sprint Backlog y casos de uso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8304ADB-99DD-4575-BA4D-26BD853F97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777" y="1590927"/>
            <a:ext cx="7342094" cy="27072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326FECB-BE6E-4807-B410-EFB562C83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77" y="4304082"/>
            <a:ext cx="7342094" cy="1925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6A9B57C9-1573-DBD3-FC14-AE20EF3EA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4" name="Picture 2" descr="Eugcom.cl">
            <a:extLst>
              <a:ext uri="{FF2B5EF4-FFF2-40B4-BE49-F238E27FC236}">
                <a16:creationId xmlns:a16="http://schemas.microsoft.com/office/drawing/2014/main" id="{5338FE38-9D51-9BCD-0622-679A5F725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445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A4D2D-A1BC-861C-7886-0067FFF2B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0341" y="305817"/>
            <a:ext cx="3962401" cy="758742"/>
          </a:xfrm>
        </p:spPr>
        <p:txBody>
          <a:bodyPr/>
          <a:lstStyle/>
          <a:p>
            <a:r>
              <a:rPr lang="es-CL" b="1" dirty="0"/>
              <a:t>Tabla de esfuerzo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0229C12C-E696-0EC6-D066-1A7E8B70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8" name="Picture 2" descr="Eugcom.cl">
            <a:extLst>
              <a:ext uri="{FF2B5EF4-FFF2-40B4-BE49-F238E27FC236}">
                <a16:creationId xmlns:a16="http://schemas.microsoft.com/office/drawing/2014/main" id="{78B1BC20-FDE9-0730-F35E-6528A34C3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9" y="108353"/>
            <a:ext cx="577448" cy="57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n 11" descr="Imagen que contiene biombo, edificio, jaula, torre&#10;&#10;El contenido generado por IA puede ser incorrecto.">
            <a:extLst>
              <a:ext uri="{FF2B5EF4-FFF2-40B4-BE49-F238E27FC236}">
                <a16:creationId xmlns:a16="http://schemas.microsoft.com/office/drawing/2014/main" id="{A35D159C-80DE-8D67-8CEB-5E8E2F0B0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1182534"/>
            <a:ext cx="6156322" cy="19207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n 12" descr="Imagen que contiene edificio, biombo&#10;&#10;El contenido generado por IA puede ser incorrecto.">
            <a:extLst>
              <a:ext uri="{FF2B5EF4-FFF2-40B4-BE49-F238E27FC236}">
                <a16:creationId xmlns:a16="http://schemas.microsoft.com/office/drawing/2014/main" id="{3DA94CE3-BDA3-13D1-963A-87823BED4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3103253"/>
            <a:ext cx="6156322" cy="208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Imagen 13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F6CC3600-7393-13FB-0D0E-01F2681E01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432" y="5197093"/>
            <a:ext cx="6156322" cy="13550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3607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8143" y="2904744"/>
            <a:ext cx="6347714" cy="1320800"/>
          </a:xfrm>
        </p:spPr>
        <p:txBody>
          <a:bodyPr/>
          <a:lstStyle/>
          <a:p>
            <a:r>
              <a:rPr lang="en-US" b="1" dirty="0"/>
              <a:t>A Continuaci</a:t>
            </a:r>
            <a:r>
              <a:rPr lang="es-CL" b="1" dirty="0"/>
              <a:t>ó</a:t>
            </a:r>
            <a:r>
              <a:rPr lang="en-US" b="1" dirty="0"/>
              <a:t>n una Demo…</a:t>
            </a:r>
            <a:endParaRPr lang="es-419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F630E-C5C4-4B7D-BD94-93DEC0563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2768600"/>
            <a:ext cx="7010402" cy="879856"/>
          </a:xfrm>
        </p:spPr>
        <p:txBody>
          <a:bodyPr/>
          <a:lstStyle/>
          <a:p>
            <a:r>
              <a:rPr lang="es-CL" b="1" dirty="0"/>
              <a:t>Muchas gracias por su atención</a:t>
            </a:r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C8D6AE83-B76B-8550-E60C-FAFC2196D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280" y="1061784"/>
            <a:ext cx="1728691" cy="1453728"/>
          </a:xfrm>
          <a:prstGeom prst="rect">
            <a:avLst/>
          </a:prstGeom>
        </p:spPr>
      </p:pic>
      <p:pic>
        <p:nvPicPr>
          <p:cNvPr id="5" name="Picture 2" descr="Eugcom.cl">
            <a:extLst>
              <a:ext uri="{FF2B5EF4-FFF2-40B4-BE49-F238E27FC236}">
                <a16:creationId xmlns:a16="http://schemas.microsoft.com/office/drawing/2014/main" id="{469189A9-1DC7-EAF4-BC2E-7D4B302679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4093" y="3648456"/>
            <a:ext cx="1479063" cy="147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0830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622</TotalTime>
  <Words>183</Words>
  <Application>Microsoft Office PowerPoint</Application>
  <PresentationFormat>Presentación en pantalla (4:3)</PresentationFormat>
  <Paragraphs>46</Paragraphs>
  <Slides>11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Arial</vt:lpstr>
      <vt:lpstr>Times New Roman</vt:lpstr>
      <vt:lpstr>Trebuchet MS</vt:lpstr>
      <vt:lpstr>Trebuchet MS (Títulos)</vt:lpstr>
      <vt:lpstr>Wingdings 3</vt:lpstr>
      <vt:lpstr>Faceta</vt:lpstr>
      <vt:lpstr>PROYECTO INGENIERÍA DE SOFTWARE SEGUNDO INCREMENTO PARA EL SISTEMA BIOMÉTRICO WEB EUGCOM</vt:lpstr>
      <vt:lpstr>Contenido</vt:lpstr>
      <vt:lpstr>Introducción</vt:lpstr>
      <vt:lpstr>Incremento 2</vt:lpstr>
      <vt:lpstr>Caso de uso</vt:lpstr>
      <vt:lpstr>Diagramas de secuencia</vt:lpstr>
      <vt:lpstr>Sprint Backlog y Casos de Uso</vt:lpstr>
      <vt:lpstr>Sprint Backlog y casos de uso</vt:lpstr>
      <vt:lpstr>Tabla de esfuerzo</vt:lpstr>
      <vt:lpstr>A Continuación una Demo…</vt:lpstr>
      <vt:lpstr>Muchas gracias por su atención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INGENIERÍA DE SOFTWARE PRIMER INCREMENTO PARA EL SISTEMA BIOMÉTRICO WEB EUGCOM</dc:title>
  <dc:subject/>
  <dc:creator>Benja</dc:creator>
  <cp:keywords/>
  <dc:description>generated using python-pptx</dc:description>
  <cp:lastModifiedBy>Addan saez</cp:lastModifiedBy>
  <cp:revision>24</cp:revision>
  <dcterms:created xsi:type="dcterms:W3CDTF">2013-01-27T09:14:16Z</dcterms:created>
  <dcterms:modified xsi:type="dcterms:W3CDTF">2025-10-03T22:45:47Z</dcterms:modified>
  <cp:category/>
</cp:coreProperties>
</file>