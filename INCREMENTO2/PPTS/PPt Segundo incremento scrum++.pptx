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3"/>
  </p:notesMasterIdLst>
  <p:sldIdLst>
    <p:sldId id="256" r:id="rId2"/>
    <p:sldId id="267" r:id="rId3"/>
    <p:sldId id="257" r:id="rId4"/>
    <p:sldId id="259" r:id="rId5"/>
    <p:sldId id="272" r:id="rId6"/>
    <p:sldId id="273" r:id="rId7"/>
    <p:sldId id="274" r:id="rId8"/>
    <p:sldId id="261" r:id="rId9"/>
    <p:sldId id="275" r:id="rId10"/>
    <p:sldId id="266" r:id="rId11"/>
    <p:sldId id="27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24AA8-F311-4ABC-8748-4A852C5A6ECD}" type="datetimeFigureOut">
              <a:rPr lang="es-419" smtClean="0"/>
              <a:t>2/10/2025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72E5D-85DF-4E89-91D5-2C34C2EE1B6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2529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72E5D-85DF-4E89-91D5-2C34C2EE1B60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9960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3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1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2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8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8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4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2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5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0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9450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71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952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46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27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3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0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PROYECTO INGENIERÍA DE SOFTWARE SEGUNDO INCREMENTO PARA EL SISTEMA BIOMÉTRICO WEB EUGCOM</a:t>
            </a:r>
            <a:endParaRPr lang="es-C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32" y="2905271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Integrantes: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Addan Ignacio Sáez Rodríguez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Diego Yves Amaro Veliz Riquelme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Vicente Ignacio Henríquez Cortes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Felipe Andrés Uribe del pino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Catalina Vidal Gallarda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Benjamin Alberto Franco Silva</a:t>
            </a:r>
          </a:p>
          <a:p>
            <a:pPr marL="0" indent="0">
              <a:buNone/>
            </a:pPr>
            <a:endParaRPr lang="es-C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Paulo Luis Francisco </a:t>
            </a:r>
            <a:r>
              <a:rPr lang="es-CL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Quinsacara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Jofré</a:t>
            </a:r>
          </a:p>
          <a:p>
            <a:pPr marL="0" indent="0">
              <a:buNone/>
            </a:pP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Fecha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 de Septiembre 2025, Santiago, Chile</a:t>
            </a:r>
          </a:p>
        </p:txBody>
      </p:sp>
      <p:pic>
        <p:nvPicPr>
          <p:cNvPr id="1026" name="Picture 2" descr="Eugcom.cl">
            <a:extLst>
              <a:ext uri="{FF2B5EF4-FFF2-40B4-BE49-F238E27FC236}">
                <a16:creationId xmlns:a16="http://schemas.microsoft.com/office/drawing/2014/main" id="{1A5134F6-63AD-D538-123F-83B414CEE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912" y="2109289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302B8B71-12EA-7A2F-E011-455093C59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048AF5F-2FDD-CFBB-9B69-DED9752B16E7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01049-525A-EFBE-17E9-98FA96CE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Contenido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3AB59-720C-9027-2EFF-B0DA0041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Incremento 2 </a:t>
            </a:r>
            <a:r>
              <a:rPr lang="es-CL" dirty="0" err="1"/>
              <a:t>cap</a:t>
            </a:r>
            <a:r>
              <a:rPr lang="es-CL" dirty="0"/>
              <a:t> 2</a:t>
            </a:r>
          </a:p>
          <a:p>
            <a:r>
              <a:rPr lang="es-CL" dirty="0"/>
              <a:t>Casos de uso </a:t>
            </a:r>
          </a:p>
          <a:p>
            <a:r>
              <a:rPr lang="es-CL" dirty="0"/>
              <a:t>Diagramas Secuencia</a:t>
            </a:r>
          </a:p>
          <a:p>
            <a:r>
              <a:rPr lang="es-CL" dirty="0"/>
              <a:t>Sprint backlog y casos de uso </a:t>
            </a:r>
            <a:r>
              <a:rPr lang="es-CL" dirty="0" err="1"/>
              <a:t>cap</a:t>
            </a:r>
            <a:r>
              <a:rPr lang="es-CL" dirty="0"/>
              <a:t> 3</a:t>
            </a:r>
          </a:p>
          <a:p>
            <a:r>
              <a:rPr lang="es-CL" dirty="0"/>
              <a:t>Tabla de esfuerzo </a:t>
            </a:r>
            <a:r>
              <a:rPr lang="es-CL" dirty="0" err="1"/>
              <a:t>cap</a:t>
            </a:r>
            <a:r>
              <a:rPr lang="es-CL" dirty="0"/>
              <a:t> 4</a:t>
            </a:r>
          </a:p>
          <a:p>
            <a:r>
              <a:rPr lang="es-CL" dirty="0"/>
              <a:t>Pruebas Unitarias cap5</a:t>
            </a:r>
          </a:p>
          <a:p>
            <a:r>
              <a:rPr lang="es-CL" dirty="0"/>
              <a:t>Pruebas de sistema </a:t>
            </a:r>
            <a:r>
              <a:rPr lang="es-CL" dirty="0" err="1"/>
              <a:t>cap</a:t>
            </a:r>
            <a:r>
              <a:rPr lang="es-CL" dirty="0"/>
              <a:t> 8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5D6F4134-7607-6C7D-2222-FB92B241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6507B64-5A81-FB6C-8D05-A99B6B04C708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6629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s-419" sz="3100"/>
              <a:t>Introducción</a:t>
            </a:r>
          </a:p>
        </p:txBody>
      </p:sp>
      <p:pic>
        <p:nvPicPr>
          <p:cNvPr id="2050" name="Picture 2" descr="Eugcom.cl">
            <a:extLst>
              <a:ext uri="{FF2B5EF4-FFF2-40B4-BE49-F238E27FC236}">
                <a16:creationId xmlns:a16="http://schemas.microsoft.com/office/drawing/2014/main" id="{C0266102-3B0E-0219-8D0E-8DE15734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8" y="1793621"/>
            <a:ext cx="3558159" cy="355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70E0802-FC6F-03A3-0433-5D562B5C5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073D3EE-FB46-7743-A009-8609A8BF3875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Incremento</a:t>
            </a:r>
            <a:r>
              <a:rPr dirty="0"/>
              <a:t> </a:t>
            </a:r>
            <a:r>
              <a:rPr lang="es-CL" dirty="0"/>
              <a:t>2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45</a:t>
            </a:r>
            <a:r>
              <a:rPr dirty="0"/>
              <a:t> Casos de us</a:t>
            </a:r>
            <a:r>
              <a:rPr lang="es-CL" dirty="0"/>
              <a:t>o</a:t>
            </a:r>
            <a:r>
              <a:rPr dirty="0"/>
              <a:t> implement</a:t>
            </a:r>
            <a:r>
              <a:rPr lang="es-CL" dirty="0"/>
              <a:t>ados</a:t>
            </a:r>
            <a:endParaRPr dirty="0"/>
          </a:p>
          <a:p>
            <a:r>
              <a:rPr dirty="0"/>
              <a:t>Co</a:t>
            </a:r>
            <a:r>
              <a:rPr lang="es-CL" dirty="0"/>
              <a:t>b</a:t>
            </a:r>
            <a:r>
              <a:rPr dirty="0" err="1"/>
              <a:t>ertur</a:t>
            </a:r>
            <a:r>
              <a:rPr lang="es-CL" dirty="0"/>
              <a:t>a</a:t>
            </a:r>
            <a:r>
              <a:rPr dirty="0"/>
              <a:t>: </a:t>
            </a:r>
            <a:r>
              <a:rPr lang="es-CL" dirty="0"/>
              <a:t>93</a:t>
            </a:r>
            <a:r>
              <a:rPr dirty="0"/>
              <a:t>% del total</a:t>
            </a:r>
          </a:p>
        </p:txBody>
      </p:sp>
      <p:pic>
        <p:nvPicPr>
          <p:cNvPr id="5122" name="Picture 2" descr="Eugcom.cl">
            <a:extLst>
              <a:ext uri="{FF2B5EF4-FFF2-40B4-BE49-F238E27FC236}">
                <a16:creationId xmlns:a16="http://schemas.microsoft.com/office/drawing/2014/main" id="{A885034D-6C2B-A637-D369-702DE63D6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737" y="2000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8BD77CFB-3993-6C0B-FA07-AB7C7EB4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61DE81A-45F7-200E-7D4C-526F894A047A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6B30E-CF24-4AD5-8A2B-CF35257C3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Casos de uso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8DB30DB-ADED-4494-AF48-F3443045B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98" y="1685365"/>
            <a:ext cx="5437774" cy="407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95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5BA60-3D89-444B-B3F1-D90FC579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Caso de uso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DA97F9-E0AE-4898-81E6-F3825A14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50" y="1613647"/>
            <a:ext cx="5481209" cy="42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5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66796-51B0-45E3-AD8F-D35E7FACE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Diagramas de secuencia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9821BF-C17E-4414-AE0B-F95BB061E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72" y="1299881"/>
            <a:ext cx="7028329" cy="46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76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5" name="Group 7174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7176" name="Straight Connector 7175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7" name="Straight Connector 7176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78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79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0" name="Isosceles Triangle 7179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1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2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3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4" name="Isosceles Triangle 7183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5" name="Isosceles Triangle 7184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831" y="404865"/>
            <a:ext cx="575535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Sprint Backlog y Casos de Uso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7E82DFEA-5661-2971-A2D6-ADD2080ED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34D1221-90B6-ECD5-D382-44BD2760117E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9E09C0E-AFB6-49B0-8F26-D56D1CA01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0" y="1409178"/>
            <a:ext cx="7332093" cy="179635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F79A4E4-3370-47ED-AD18-237AB4E57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39" y="3205531"/>
            <a:ext cx="7332093" cy="31293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08331-17C3-4D0E-A3B7-4B0FCF88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Sprint Backlog y casos de uso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8304ADB-99DD-4575-BA4D-26BD853F9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18" y="1536063"/>
            <a:ext cx="7342094" cy="2707230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26FECB-BE6E-4807-B410-EFB562C8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8" y="4243293"/>
            <a:ext cx="7342094" cy="192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ugcom.cl">
            <a:extLst>
              <a:ext uri="{FF2B5EF4-FFF2-40B4-BE49-F238E27FC236}">
                <a16:creationId xmlns:a16="http://schemas.microsoft.com/office/drawing/2014/main" id="{0EBB4875-EECF-EB50-E9E8-417DAAA6C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96025"/>
            <a:ext cx="1137067" cy="113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13A16D1E-B79C-59E6-3509-36C1EF773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2A5CF1-1DFC-01EA-A935-69784121A3B6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B1E5721-C00A-0D24-A767-89FFED88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297936"/>
            <a:ext cx="6347714" cy="1320800"/>
          </a:xfrm>
        </p:spPr>
        <p:txBody>
          <a:bodyPr/>
          <a:lstStyle/>
          <a:p>
            <a:r>
              <a:rPr lang="en-US" dirty="0"/>
              <a:t>A Continuaci</a:t>
            </a:r>
            <a:r>
              <a:rPr lang="es-CL" dirty="0"/>
              <a:t>ó</a:t>
            </a:r>
            <a:r>
              <a:rPr lang="en-US" dirty="0"/>
              <a:t>n una Demo…</a:t>
            </a:r>
            <a:endParaRPr lang="es-41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F630E-C5C4-4B7D-BD94-93DEC056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68600"/>
            <a:ext cx="7010402" cy="1320800"/>
          </a:xfrm>
        </p:spPr>
        <p:txBody>
          <a:bodyPr/>
          <a:lstStyle/>
          <a:p>
            <a:r>
              <a:rPr lang="es-CL" dirty="0"/>
              <a:t>Muchas gracias por su atención</a:t>
            </a:r>
          </a:p>
        </p:txBody>
      </p:sp>
      <p:pic>
        <p:nvPicPr>
          <p:cNvPr id="3" name="Picture 2" descr="Eugcom.cl">
            <a:extLst>
              <a:ext uri="{FF2B5EF4-FFF2-40B4-BE49-F238E27FC236}">
                <a16:creationId xmlns:a16="http://schemas.microsoft.com/office/drawing/2014/main" id="{CE361E6D-63F2-415F-99E0-E542F0C8B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96025"/>
            <a:ext cx="1137067" cy="113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083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601</TotalTime>
  <Words>182</Words>
  <Application>Microsoft Office PowerPoint</Application>
  <PresentationFormat>Presentación en pantalla (4:3)</PresentationFormat>
  <Paragraphs>46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Arial</vt:lpstr>
      <vt:lpstr>Times New Roman</vt:lpstr>
      <vt:lpstr>Trebuchet MS</vt:lpstr>
      <vt:lpstr>Wingdings 3</vt:lpstr>
      <vt:lpstr>Faceta</vt:lpstr>
      <vt:lpstr>PROYECTO INGENIERÍA DE SOFTWARE SEGUNDO INCREMENTO PARA EL SISTEMA BIOMÉTRICO WEB EUGCOM</vt:lpstr>
      <vt:lpstr>Contenido</vt:lpstr>
      <vt:lpstr>Introducción</vt:lpstr>
      <vt:lpstr>Incremento 2</vt:lpstr>
      <vt:lpstr>Casos de uso </vt:lpstr>
      <vt:lpstr>Caso de uso</vt:lpstr>
      <vt:lpstr>Diagramas de secuencia</vt:lpstr>
      <vt:lpstr>Sprint Backlog y Casos de Uso</vt:lpstr>
      <vt:lpstr>Sprint Backlog y casos de uso</vt:lpstr>
      <vt:lpstr>A Continuación una Demo…</vt:lpstr>
      <vt:lpstr>Muchas gracias por su atención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INGENIERÍA DE SOFTWARE PRIMER INCREMENTO PARA EL SISTEMA BIOMÉTRICO WEB EUGCOM</dc:title>
  <dc:subject/>
  <dc:creator>Benja</dc:creator>
  <cp:keywords/>
  <dc:description>generated using python-pptx</dc:description>
  <cp:lastModifiedBy>VÉLIZ RIQUELME DIEGO Y</cp:lastModifiedBy>
  <cp:revision>23</cp:revision>
  <dcterms:created xsi:type="dcterms:W3CDTF">2013-01-27T09:14:16Z</dcterms:created>
  <dcterms:modified xsi:type="dcterms:W3CDTF">2025-10-02T19:37:02Z</dcterms:modified>
  <cp:category/>
</cp:coreProperties>
</file>