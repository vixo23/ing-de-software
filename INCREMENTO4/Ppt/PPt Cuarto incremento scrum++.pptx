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notesMasterIdLst>
    <p:notesMasterId r:id="rId12"/>
  </p:notesMasterIdLst>
  <p:sldIdLst>
    <p:sldId id="256" r:id="rId2"/>
    <p:sldId id="267" r:id="rId3"/>
    <p:sldId id="257" r:id="rId4"/>
    <p:sldId id="259" r:id="rId5"/>
    <p:sldId id="273" r:id="rId6"/>
    <p:sldId id="274" r:id="rId7"/>
    <p:sldId id="278" r:id="rId8"/>
    <p:sldId id="277" r:id="rId9"/>
    <p:sldId id="266" r:id="rId10"/>
    <p:sldId id="27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824AA8-F311-4ABC-8748-4A852C5A6ECD}" type="datetimeFigureOut">
              <a:rPr lang="es-419" smtClean="0"/>
              <a:t>10/11/2025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972E5D-85DF-4E89-91D5-2C34C2EE1B6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025292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72E5D-85DF-4E89-91D5-2C34C2EE1B60}" type="slidenum">
              <a:rPr lang="es-419" smtClean="0"/>
              <a:t>1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199608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433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014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422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085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17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288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149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720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655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601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394506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071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695215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146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227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437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308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3016" y="1833952"/>
            <a:ext cx="6347713" cy="1320800"/>
          </a:xfrm>
        </p:spPr>
        <p:txBody>
          <a:bodyPr>
            <a:noAutofit/>
          </a:bodyPr>
          <a:lstStyle/>
          <a:p>
            <a:pPr algn="ctr"/>
            <a:r>
              <a:rPr lang="es-CL" sz="2400" b="1" dirty="0">
                <a:latin typeface="Trebuchet MS (Títulos)"/>
                <a:cs typeface="Times New Roman" panose="02020603050405020304" pitchFamily="18" charset="0"/>
              </a:rPr>
              <a:t>PROYECTO INGENIERÍA DE SOFTWARE CUARTO INCREMENTO PARA EL SISTEMA BIOMÉTRICO WEB EUGCOM</a:t>
            </a:r>
            <a:endParaRPr lang="es-CL" sz="2400" dirty="0">
              <a:latin typeface="Trebuchet MS (Títulos)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6233" y="3225120"/>
            <a:ext cx="6347714" cy="3448484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s-CL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Integrantes:</a:t>
            </a:r>
          </a:p>
          <a:p>
            <a:pPr marL="0" indent="0" algn="ctr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Addan Ignacio Sáez Rodríguez</a:t>
            </a:r>
          </a:p>
          <a:p>
            <a:pPr marL="0" indent="0" algn="ctr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Diego Yves Amaro Veliz Riquelme</a:t>
            </a:r>
          </a:p>
          <a:p>
            <a:pPr marL="0" indent="0" algn="ctr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Vicente Ignacio Henríquez Cortes</a:t>
            </a:r>
          </a:p>
          <a:p>
            <a:pPr marL="0" indent="0" algn="ctr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Felipe Andrés Uribe del pino</a:t>
            </a:r>
          </a:p>
          <a:p>
            <a:pPr marL="0" indent="0" algn="ctr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Catalina Vidal Gallarda</a:t>
            </a:r>
          </a:p>
          <a:p>
            <a:pPr marL="0" indent="0" algn="ctr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Benjamin Alberto Franco Silva</a:t>
            </a:r>
          </a:p>
          <a:p>
            <a:pPr marL="0" indent="0" algn="ctr">
              <a:buNone/>
            </a:pPr>
            <a:endParaRPr lang="es-CL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sz="1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Profesor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s-E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Paulo Luis Francisco </a:t>
            </a:r>
            <a:r>
              <a:rPr lang="es-CL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Quinsacara</a:t>
            </a: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Jofré</a:t>
            </a:r>
          </a:p>
          <a:p>
            <a:pPr marL="0" indent="0" algn="ctr">
              <a:buNone/>
            </a:pPr>
            <a:endParaRPr lang="es-E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s-CL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Fecha</a:t>
            </a: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 algn="ctr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 de Septiembre 2025, Santiago, Chile</a:t>
            </a:r>
          </a:p>
        </p:txBody>
      </p:sp>
      <p:pic>
        <p:nvPicPr>
          <p:cNvPr id="1026" name="Picture 2" descr="Eugcom.cl">
            <a:extLst>
              <a:ext uri="{FF2B5EF4-FFF2-40B4-BE49-F238E27FC236}">
                <a16:creationId xmlns:a16="http://schemas.microsoft.com/office/drawing/2014/main" id="{1A5134F6-63AD-D538-123F-83B414CEE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0740" y="2731548"/>
            <a:ext cx="398008" cy="398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302B8B71-12EA-7A2F-E011-455093C59A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8338" y="394431"/>
            <a:ext cx="1137067" cy="95620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048AF5F-2FDD-CFBB-9B69-DED9752B16E7}"/>
              </a:ext>
            </a:extLst>
          </p:cNvPr>
          <p:cNvSpPr txBox="1"/>
          <p:nvPr/>
        </p:nvSpPr>
        <p:spPr>
          <a:xfrm>
            <a:off x="3446848" y="1465853"/>
            <a:ext cx="136004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/>
              <a:t>Facultad de ingeniería</a:t>
            </a:r>
          </a:p>
          <a:p>
            <a:r>
              <a:rPr lang="es-CL" sz="800" dirty="0"/>
              <a:t>Ingeniería de software II</a:t>
            </a:r>
          </a:p>
          <a:p>
            <a:endParaRPr lang="es-CL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201049-525A-EFBE-17E9-98FA96CEA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L" b="1" dirty="0"/>
              <a:t>Contenido</a:t>
            </a:r>
            <a:endParaRPr lang="es-419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43AB59-720C-9027-2EFF-B0DA00411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CL" dirty="0"/>
              <a:t>Incremento 4 </a:t>
            </a:r>
            <a:r>
              <a:rPr lang="es-CL" dirty="0" err="1"/>
              <a:t>cap</a:t>
            </a:r>
            <a:r>
              <a:rPr lang="es-CL" dirty="0"/>
              <a:t> 2</a:t>
            </a:r>
          </a:p>
          <a:p>
            <a:pPr algn="just"/>
            <a:r>
              <a:rPr lang="es-CL" dirty="0"/>
              <a:t>Casos de uso </a:t>
            </a:r>
          </a:p>
          <a:p>
            <a:pPr algn="just"/>
            <a:r>
              <a:rPr lang="es-CL" dirty="0"/>
              <a:t>Diagramas Secuencia</a:t>
            </a:r>
          </a:p>
          <a:p>
            <a:pPr algn="just"/>
            <a:r>
              <a:rPr lang="es-CL" dirty="0"/>
              <a:t>Sprint backlog y casos de uso </a:t>
            </a:r>
            <a:r>
              <a:rPr lang="es-CL" dirty="0" err="1"/>
              <a:t>cap</a:t>
            </a:r>
            <a:r>
              <a:rPr lang="es-CL" dirty="0"/>
              <a:t> 3</a:t>
            </a:r>
          </a:p>
          <a:p>
            <a:pPr algn="just"/>
            <a:r>
              <a:rPr lang="es-CL" dirty="0"/>
              <a:t>Tabla de esfuerzo </a:t>
            </a:r>
            <a:r>
              <a:rPr lang="es-CL" dirty="0" err="1"/>
              <a:t>cap</a:t>
            </a:r>
            <a:r>
              <a:rPr lang="es-CL" dirty="0"/>
              <a:t> 4</a:t>
            </a:r>
          </a:p>
          <a:p>
            <a:pPr algn="just"/>
            <a:r>
              <a:rPr lang="es-CL" dirty="0"/>
              <a:t>Pruebas Unitarias </a:t>
            </a:r>
            <a:r>
              <a:rPr lang="es-CL" dirty="0" err="1"/>
              <a:t>cap</a:t>
            </a:r>
            <a:r>
              <a:rPr lang="es-CL" dirty="0"/>
              <a:t> 5</a:t>
            </a:r>
          </a:p>
          <a:p>
            <a:pPr algn="just"/>
            <a:r>
              <a:rPr lang="es-CL" dirty="0"/>
              <a:t>Pruebas de sistema </a:t>
            </a:r>
            <a:r>
              <a:rPr lang="es-CL" dirty="0" err="1"/>
              <a:t>cap</a:t>
            </a:r>
            <a:r>
              <a:rPr lang="es-CL" dirty="0"/>
              <a:t> 8</a:t>
            </a:r>
          </a:p>
        </p:txBody>
      </p:sp>
      <p:pic>
        <p:nvPicPr>
          <p:cNvPr id="6" name="Imagen 5" descr="Icono&#10;&#10;El contenido generado por IA puede ser incorrecto.">
            <a:extLst>
              <a:ext uri="{FF2B5EF4-FFF2-40B4-BE49-F238E27FC236}">
                <a16:creationId xmlns:a16="http://schemas.microsoft.com/office/drawing/2014/main" id="{5D6F4134-7607-6C7D-2222-FB92B2416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6507B64-5A81-FB6C-8D05-A99B6B04C708}"/>
              </a:ext>
            </a:extLst>
          </p:cNvPr>
          <p:cNvSpPr txBox="1"/>
          <p:nvPr/>
        </p:nvSpPr>
        <p:spPr>
          <a:xfrm>
            <a:off x="7693921" y="1064559"/>
            <a:ext cx="136004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/>
              <a:t>Facultad de ingeniería</a:t>
            </a:r>
          </a:p>
          <a:p>
            <a:r>
              <a:rPr lang="es-CL" sz="800" dirty="0"/>
              <a:t>Ingeniería de software I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26629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81353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816638"/>
            <a:ext cx="2525519" cy="5224724"/>
          </a:xfrm>
        </p:spPr>
        <p:txBody>
          <a:bodyPr anchor="ctr">
            <a:normAutofit/>
          </a:bodyPr>
          <a:lstStyle/>
          <a:p>
            <a:r>
              <a:rPr lang="es-419" sz="3100" b="1" dirty="0"/>
              <a:t>Introducción</a:t>
            </a:r>
          </a:p>
        </p:txBody>
      </p:sp>
      <p:pic>
        <p:nvPicPr>
          <p:cNvPr id="2050" name="Picture 2" descr="Eugcom.cl">
            <a:extLst>
              <a:ext uri="{FF2B5EF4-FFF2-40B4-BE49-F238E27FC236}">
                <a16:creationId xmlns:a16="http://schemas.microsoft.com/office/drawing/2014/main" id="{C0266102-3B0E-0219-8D0E-8DE157345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248" y="1793621"/>
            <a:ext cx="3558159" cy="3558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C70E0802-FC6F-03A3-0433-5D562B5C5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073D3EE-FB46-7743-A009-8609A8BF3875}"/>
              </a:ext>
            </a:extLst>
          </p:cNvPr>
          <p:cNvSpPr txBox="1"/>
          <p:nvPr/>
        </p:nvSpPr>
        <p:spPr>
          <a:xfrm>
            <a:off x="7693921" y="1064559"/>
            <a:ext cx="136004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/>
              <a:t>Facultad de ingeniería</a:t>
            </a:r>
          </a:p>
          <a:p>
            <a:r>
              <a:rPr lang="es-CL" sz="800" dirty="0"/>
              <a:t>Ingeniería de software I</a:t>
            </a:r>
          </a:p>
          <a:p>
            <a:endParaRPr lang="es-CL" dirty="0"/>
          </a:p>
        </p:txBody>
      </p:sp>
      <p:pic>
        <p:nvPicPr>
          <p:cNvPr id="5" name="Picture 2" descr="Eugcom.cl">
            <a:extLst>
              <a:ext uri="{FF2B5EF4-FFF2-40B4-BE49-F238E27FC236}">
                <a16:creationId xmlns:a16="http://schemas.microsoft.com/office/drawing/2014/main" id="{9DE2593D-C8E3-D325-8501-95C378098B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49" y="108353"/>
            <a:ext cx="577448" cy="577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403" y="448893"/>
            <a:ext cx="3441193" cy="807720"/>
          </a:xfrm>
        </p:spPr>
        <p:txBody>
          <a:bodyPr/>
          <a:lstStyle/>
          <a:p>
            <a:r>
              <a:rPr b="1" dirty="0" err="1"/>
              <a:t>Incremento</a:t>
            </a:r>
            <a:r>
              <a:rPr b="1" dirty="0"/>
              <a:t> </a:t>
            </a:r>
            <a:r>
              <a:rPr lang="es-CL" b="1" dirty="0"/>
              <a:t>4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2</a:t>
            </a:r>
            <a:r>
              <a:rPr dirty="0"/>
              <a:t> Casos de us</a:t>
            </a:r>
            <a:r>
              <a:rPr lang="es-CL" dirty="0"/>
              <a:t>o</a:t>
            </a:r>
            <a:r>
              <a:rPr dirty="0"/>
              <a:t> implement</a:t>
            </a:r>
            <a:r>
              <a:rPr lang="es-CL" dirty="0"/>
              <a:t>ados</a:t>
            </a:r>
            <a:endParaRPr dirty="0"/>
          </a:p>
          <a:p>
            <a:r>
              <a:rPr dirty="0"/>
              <a:t>Co</a:t>
            </a:r>
            <a:r>
              <a:rPr lang="es-CL" dirty="0"/>
              <a:t>b</a:t>
            </a:r>
            <a:r>
              <a:rPr dirty="0" err="1"/>
              <a:t>ertur</a:t>
            </a:r>
            <a:r>
              <a:rPr lang="es-CL" dirty="0"/>
              <a:t>a</a:t>
            </a:r>
            <a:r>
              <a:rPr dirty="0"/>
              <a:t>: </a:t>
            </a:r>
            <a:r>
              <a:rPr lang="es-CL" dirty="0"/>
              <a:t>100</a:t>
            </a:r>
            <a:r>
              <a:rPr dirty="0"/>
              <a:t>% del total</a:t>
            </a:r>
          </a:p>
        </p:txBody>
      </p:sp>
      <p:pic>
        <p:nvPicPr>
          <p:cNvPr id="5122" name="Picture 2" descr="Eugcom.cl">
            <a:extLst>
              <a:ext uri="{FF2B5EF4-FFF2-40B4-BE49-F238E27FC236}">
                <a16:creationId xmlns:a16="http://schemas.microsoft.com/office/drawing/2014/main" id="{A885034D-6C2B-A637-D369-702DE63D6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49" y="108353"/>
            <a:ext cx="577448" cy="577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8BD77CFB-3993-6C0B-FA07-AB7C7EB4C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61DE81A-45F7-200E-7D4C-526F894A047A}"/>
              </a:ext>
            </a:extLst>
          </p:cNvPr>
          <p:cNvSpPr txBox="1"/>
          <p:nvPr/>
        </p:nvSpPr>
        <p:spPr>
          <a:xfrm>
            <a:off x="7693921" y="1064559"/>
            <a:ext cx="136004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/>
              <a:t>Facultad de ingeniería</a:t>
            </a:r>
          </a:p>
          <a:p>
            <a:r>
              <a:rPr lang="es-CL" sz="800" dirty="0"/>
              <a:t>Ingeniería de software I</a:t>
            </a:r>
          </a:p>
          <a:p>
            <a:endParaRPr lang="es-CL" dirty="0"/>
          </a:p>
        </p:txBody>
      </p:sp>
      <p:pic>
        <p:nvPicPr>
          <p:cNvPr id="6" name="Imagen 5" descr="Gráfico, Gráfico de barras, Histograma&#10;&#10;El contenido generado por IA puede ser incorrecto.">
            <a:extLst>
              <a:ext uri="{FF2B5EF4-FFF2-40B4-BE49-F238E27FC236}">
                <a16:creationId xmlns:a16="http://schemas.microsoft.com/office/drawing/2014/main" id="{1A250E69-2420-A118-6C38-59F8EC6B6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650" y="3654900"/>
            <a:ext cx="3217417" cy="28452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7" name="Imagen 6" descr="Gráfico, Gráfico circular&#10;&#10;El contenido generado por IA puede ser incorrecto.">
            <a:extLst>
              <a:ext uri="{FF2B5EF4-FFF2-40B4-BE49-F238E27FC236}">
                <a16:creationId xmlns:a16="http://schemas.microsoft.com/office/drawing/2014/main" id="{79BE7D5A-2AB0-69F1-0152-E687AB796A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0933" y="3654901"/>
            <a:ext cx="2656329" cy="28452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45BA60-3D89-444B-B3F1-D90FC5798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8325" y="336087"/>
            <a:ext cx="2810257" cy="771144"/>
          </a:xfrm>
        </p:spPr>
        <p:txBody>
          <a:bodyPr/>
          <a:lstStyle/>
          <a:p>
            <a:r>
              <a:rPr lang="es-CL" b="1" dirty="0"/>
              <a:t>Caso de uso</a:t>
            </a:r>
          </a:p>
        </p:txBody>
      </p:sp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A0DDD05E-97D6-B8E4-F170-B3372DA00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pic>
        <p:nvPicPr>
          <p:cNvPr id="4" name="Picture 2" descr="Eugcom.cl">
            <a:extLst>
              <a:ext uri="{FF2B5EF4-FFF2-40B4-BE49-F238E27FC236}">
                <a16:creationId xmlns:a16="http://schemas.microsoft.com/office/drawing/2014/main" id="{3375520D-3975-2513-BC47-AF83AB4BA9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49" y="108353"/>
            <a:ext cx="577448" cy="577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 descr="Tabla&#10;&#10;El contenido generado por IA puede ser incorrecto.">
            <a:extLst>
              <a:ext uri="{FF2B5EF4-FFF2-40B4-BE49-F238E27FC236}">
                <a16:creationId xmlns:a16="http://schemas.microsoft.com/office/drawing/2014/main" id="{C9633CEE-6056-58A6-C764-30CFC1979E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3934" y="1590484"/>
            <a:ext cx="5971540" cy="464629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5052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866796-51B0-45E3-AD8F-D35E7FACE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464" y="226359"/>
            <a:ext cx="5421323" cy="844296"/>
          </a:xfrm>
        </p:spPr>
        <p:txBody>
          <a:bodyPr>
            <a:noAutofit/>
          </a:bodyPr>
          <a:lstStyle/>
          <a:p>
            <a:r>
              <a:rPr lang="es-CL" b="1" dirty="0"/>
              <a:t>Diagramas de secuencia</a:t>
            </a:r>
          </a:p>
        </p:txBody>
      </p:sp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C8E875FD-C279-295C-FA69-BCCC21A2B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pic>
        <p:nvPicPr>
          <p:cNvPr id="4" name="Picture 2" descr="Eugcom.cl">
            <a:extLst>
              <a:ext uri="{FF2B5EF4-FFF2-40B4-BE49-F238E27FC236}">
                <a16:creationId xmlns:a16="http://schemas.microsoft.com/office/drawing/2014/main" id="{25E4DD3E-7B80-340E-04C8-89F9A65C0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49" y="108353"/>
            <a:ext cx="577448" cy="577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55852A5-6785-2151-26D4-98A455FB08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573" y="1620837"/>
            <a:ext cx="8112074" cy="4167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55276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6F3B5B07-8CB4-7CB6-9454-7A795E12DD2D}"/>
              </a:ext>
            </a:extLst>
          </p:cNvPr>
          <p:cNvSpPr txBox="1">
            <a:spLocks/>
          </p:cNvSpPr>
          <p:nvPr/>
        </p:nvSpPr>
        <p:spPr>
          <a:xfrm>
            <a:off x="1452458" y="402636"/>
            <a:ext cx="5314101" cy="75874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Sprint Backlog y Casos de Uso</a:t>
            </a:r>
            <a:r>
              <a:rPr lang="es-CL" b="1" dirty="0"/>
              <a:t>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E3D6A53-6F62-73C7-573F-BAA3FC7E5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002" y="2592674"/>
            <a:ext cx="7915988" cy="13760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29285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4A4D2D-A1BC-861C-7886-0067FFF2B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0341" y="305817"/>
            <a:ext cx="3962401" cy="758742"/>
          </a:xfrm>
        </p:spPr>
        <p:txBody>
          <a:bodyPr/>
          <a:lstStyle/>
          <a:p>
            <a:r>
              <a:rPr lang="es-CL" b="1" dirty="0"/>
              <a:t>Tabla de esfuerzo</a:t>
            </a:r>
          </a:p>
        </p:txBody>
      </p:sp>
      <p:pic>
        <p:nvPicPr>
          <p:cNvPr id="6" name="Imagen 5" descr="Icono&#10;&#10;El contenido generado por IA puede ser incorrecto.">
            <a:extLst>
              <a:ext uri="{FF2B5EF4-FFF2-40B4-BE49-F238E27FC236}">
                <a16:creationId xmlns:a16="http://schemas.microsoft.com/office/drawing/2014/main" id="{0229C12C-E696-0EC6-D066-1A7E8B707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pic>
        <p:nvPicPr>
          <p:cNvPr id="8" name="Picture 2" descr="Eugcom.cl">
            <a:extLst>
              <a:ext uri="{FF2B5EF4-FFF2-40B4-BE49-F238E27FC236}">
                <a16:creationId xmlns:a16="http://schemas.microsoft.com/office/drawing/2014/main" id="{78B1BC20-FDE9-0730-F35E-6528A34C33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49" y="108353"/>
            <a:ext cx="577448" cy="577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E718615-D4B0-50AC-9E52-316EDAE0A3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124" y="3063232"/>
            <a:ext cx="8001439" cy="9873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93607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Eugcom.cl">
            <a:extLst>
              <a:ext uri="{FF2B5EF4-FFF2-40B4-BE49-F238E27FC236}">
                <a16:creationId xmlns:a16="http://schemas.microsoft.com/office/drawing/2014/main" id="{0EBB4875-EECF-EB50-E9E8-417DAAA6C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496025"/>
            <a:ext cx="1137067" cy="1137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 descr="Icono&#10;&#10;El contenido generado por IA puede ser incorrecto.">
            <a:extLst>
              <a:ext uri="{FF2B5EF4-FFF2-40B4-BE49-F238E27FC236}">
                <a16:creationId xmlns:a16="http://schemas.microsoft.com/office/drawing/2014/main" id="{13A16D1E-B79C-59E6-3509-36C1EF773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E2A5CF1-1DFC-01EA-A935-69784121A3B6}"/>
              </a:ext>
            </a:extLst>
          </p:cNvPr>
          <p:cNvSpPr txBox="1"/>
          <p:nvPr/>
        </p:nvSpPr>
        <p:spPr>
          <a:xfrm>
            <a:off x="7693921" y="1064559"/>
            <a:ext cx="136004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/>
              <a:t>Facultad de ingeniería</a:t>
            </a:r>
          </a:p>
          <a:p>
            <a:r>
              <a:rPr lang="es-CL" sz="800" dirty="0"/>
              <a:t>Ingeniería de software I</a:t>
            </a:r>
          </a:p>
          <a:p>
            <a:endParaRPr lang="es-CL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B1E5721-C00A-0D24-A767-89FFED888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8143" y="2904744"/>
            <a:ext cx="6347714" cy="1320800"/>
          </a:xfrm>
        </p:spPr>
        <p:txBody>
          <a:bodyPr/>
          <a:lstStyle/>
          <a:p>
            <a:r>
              <a:rPr lang="en-US" b="1" dirty="0"/>
              <a:t>A Continuaci</a:t>
            </a:r>
            <a:r>
              <a:rPr lang="es-CL" b="1" dirty="0"/>
              <a:t>ó</a:t>
            </a:r>
            <a:r>
              <a:rPr lang="en-US" b="1" dirty="0"/>
              <a:t>n una Demo…</a:t>
            </a:r>
            <a:endParaRPr lang="es-419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FF630E-C5C4-4B7D-BD94-93DEC0563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2768600"/>
            <a:ext cx="7010402" cy="879856"/>
          </a:xfrm>
        </p:spPr>
        <p:txBody>
          <a:bodyPr/>
          <a:lstStyle/>
          <a:p>
            <a:r>
              <a:rPr lang="es-CL" b="1" dirty="0"/>
              <a:t>Muchas gracias por su atención</a:t>
            </a:r>
          </a:p>
        </p:txBody>
      </p:sp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C8D6AE83-B76B-8550-E60C-FAFC2196D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280" y="1061784"/>
            <a:ext cx="1728691" cy="1453728"/>
          </a:xfrm>
          <a:prstGeom prst="rect">
            <a:avLst/>
          </a:prstGeom>
        </p:spPr>
      </p:pic>
      <p:pic>
        <p:nvPicPr>
          <p:cNvPr id="5" name="Picture 2" descr="Eugcom.cl">
            <a:extLst>
              <a:ext uri="{FF2B5EF4-FFF2-40B4-BE49-F238E27FC236}">
                <a16:creationId xmlns:a16="http://schemas.microsoft.com/office/drawing/2014/main" id="{469189A9-1DC7-EAF4-BC2E-7D4B30267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4093" y="3648456"/>
            <a:ext cx="1479063" cy="147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90830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TM02900688[[fn=Faceta]]</Template>
  <TotalTime>628</TotalTime>
  <Words>170</Words>
  <Application>Microsoft Office PowerPoint</Application>
  <PresentationFormat>Presentación en pantalla (4:3)</PresentationFormat>
  <Paragraphs>43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Aptos</vt:lpstr>
      <vt:lpstr>Arial</vt:lpstr>
      <vt:lpstr>Times New Roman</vt:lpstr>
      <vt:lpstr>Trebuchet MS</vt:lpstr>
      <vt:lpstr>Trebuchet MS (Títulos)</vt:lpstr>
      <vt:lpstr>Wingdings 3</vt:lpstr>
      <vt:lpstr>Faceta</vt:lpstr>
      <vt:lpstr>PROYECTO INGENIERÍA DE SOFTWARE CUARTO INCREMENTO PARA EL SISTEMA BIOMÉTRICO WEB EUGCOM</vt:lpstr>
      <vt:lpstr>Contenido</vt:lpstr>
      <vt:lpstr>Introducción</vt:lpstr>
      <vt:lpstr>Incremento 4</vt:lpstr>
      <vt:lpstr>Caso de uso</vt:lpstr>
      <vt:lpstr>Diagramas de secuencia</vt:lpstr>
      <vt:lpstr>Presentación de PowerPoint</vt:lpstr>
      <vt:lpstr>Tabla de esfuerzo</vt:lpstr>
      <vt:lpstr>A Continuación una Demo…</vt:lpstr>
      <vt:lpstr>Muchas gracias por su atención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INGENIERÍA DE SOFTWARE PRIMER INCREMENTO PARA EL SISTEMA BIOMÉTRICO WEB EUGCOM</dc:title>
  <dc:subject/>
  <dc:creator>Benja</dc:creator>
  <cp:keywords/>
  <dc:description>generated using python-pptx</dc:description>
  <cp:lastModifiedBy>Addan saez</cp:lastModifiedBy>
  <cp:revision>27</cp:revision>
  <dcterms:created xsi:type="dcterms:W3CDTF">2013-01-27T09:14:16Z</dcterms:created>
  <dcterms:modified xsi:type="dcterms:W3CDTF">2025-11-10T23:31:38Z</dcterms:modified>
  <cp:category/>
</cp:coreProperties>
</file>